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9E6607-D335-17A7-B3B7-78346630AB8F}" v="3" dt="2026-08-21T01:09:02.9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lide-title">
            <a:extLst>
              <a:ext uri="{FF2B5EF4-FFF2-40B4-BE49-F238E27FC236}">
                <a16:creationId xmlns:a16="http://schemas.microsoft.com/office/drawing/2014/main" id="{63B4B2B8-F6B7-4C5C-80D2-5BB18B8B314D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11125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Record Management System: Use and Abuse Cases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63209616-0A79-4848-9031-7689E4122CDC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Authorized activity is shown in blue; attacker misuse is shown in red.</a:t>
            </a:r>
          </a:p>
        </p:txBody>
      </p:sp>
      <p:sp>
        <p:nvSpPr>
          <p:cNvPr id="3" name="system-boundary">
            <a:extLst>
              <a:ext uri="{FF2B5EF4-FFF2-40B4-BE49-F238E27FC236}">
                <a16:creationId xmlns:a16="http://schemas.microsoft.com/office/drawing/2014/main" id="{2C87615C-E249-4958-8DAA-11EC1934766E}"/>
              </a:ext>
            </a:extLst>
          </p:cNvPr>
          <p:cNvSpPr>
            <a:spLocks noGrp="1"/>
          </p:cNvSpPr>
          <p:nvPr/>
        </p:nvSpPr>
        <p:spPr>
          <a:xfrm>
            <a:off x="1981200" y="1162050"/>
            <a:ext cx="8191500" cy="5219700"/>
          </a:xfrm>
          <a:prstGeom prst="roundRect">
            <a:avLst>
              <a:gd name="adj" fmla="val 2920"/>
            </a:avLst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" name="system-label">
            <a:extLst>
              <a:ext uri="{FF2B5EF4-FFF2-40B4-BE49-F238E27FC236}">
                <a16:creationId xmlns:a16="http://schemas.microsoft.com/office/drawing/2014/main" id="{57FCAE0F-C438-4999-B0B4-114C545986B8}"/>
              </a:ext>
            </a:extLst>
          </p:cNvPr>
          <p:cNvSpPr>
            <a:spLocks noGrp="1"/>
          </p:cNvSpPr>
          <p:nvPr/>
        </p:nvSpPr>
        <p:spPr>
          <a:xfrm>
            <a:off x="2247900" y="12573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RECORD MANAGEMENT SYSTEM</a:t>
            </a:r>
          </a:p>
        </p:txBody>
      </p:sp>
      <p:sp>
        <p:nvSpPr>
          <p:cNvPr id="5" name="authorized-user">
            <a:extLst>
              <a:ext uri="{FF2B5EF4-FFF2-40B4-BE49-F238E27FC236}">
                <a16:creationId xmlns:a16="http://schemas.microsoft.com/office/drawing/2014/main" id="{15423F06-BC67-48D5-9EA4-1765C16B7F8D}"/>
              </a:ext>
            </a:extLst>
          </p:cNvPr>
          <p:cNvSpPr>
            <a:spLocks noGrp="1"/>
          </p:cNvSpPr>
          <p:nvPr/>
        </p:nvSpPr>
        <p:spPr>
          <a:xfrm>
            <a:off x="323850" y="3162300"/>
            <a:ext cx="1352550" cy="876300"/>
          </a:xfrm>
          <a:prstGeom prst="roundRect">
            <a:avLst>
              <a:gd name="adj" fmla="val 13043"/>
            </a:avLst>
          </a:prstGeom>
          <a:solidFill>
            <a:srgbClr val="E2E8F0"/>
          </a:solidFill>
          <a:ln w="14288">
            <a:solidFill>
              <a:srgbClr val="64748B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AUTHORIZED</a:t>
            </a:r>
          </a:p>
          <a:p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USER</a:t>
            </a:r>
          </a:p>
        </p:txBody>
      </p:sp>
      <p:sp>
        <p:nvSpPr>
          <p:cNvPr id="6" name="malicious-user">
            <a:extLst>
              <a:ext uri="{FF2B5EF4-FFF2-40B4-BE49-F238E27FC236}">
                <a16:creationId xmlns:a16="http://schemas.microsoft.com/office/drawing/2014/main" id="{2D8B332D-2859-4651-BFCF-34B2DE0A9089}"/>
              </a:ext>
            </a:extLst>
          </p:cNvPr>
          <p:cNvSpPr>
            <a:spLocks noGrp="1"/>
          </p:cNvSpPr>
          <p:nvPr/>
        </p:nvSpPr>
        <p:spPr>
          <a:xfrm>
            <a:off x="10477500" y="3162300"/>
            <a:ext cx="1390650" cy="876300"/>
          </a:xfrm>
          <a:prstGeom prst="roundRect">
            <a:avLst>
              <a:gd name="adj" fmla="val 13043"/>
            </a:avLst>
          </a:prstGeom>
          <a:solidFill>
            <a:srgbClr val="FFE4E6"/>
          </a:solidFill>
          <a:ln w="14288">
            <a:solidFill>
              <a:srgbClr val="E11D48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881337"/>
                </a:solidFill>
              </a:defRPr>
            </a:pPr>
            <a:r>
              <a:rPr sz="1275" b="1">
                <a:solidFill>
                  <a:srgbClr val="881337"/>
                </a:solidFill>
              </a:rPr>
              <a:t>MALICIOUS USER</a:t>
            </a:r>
          </a:p>
          <a:p>
            <a:pPr algn="ctr">
              <a:defRPr sz="1275" b="1">
                <a:solidFill>
                  <a:srgbClr val="881337"/>
                </a:solidFill>
              </a:defRPr>
            </a:pPr>
            <a:r>
              <a:rPr sz="1275" b="1">
                <a:solidFill>
                  <a:srgbClr val="881337"/>
                </a:solidFill>
              </a:rPr>
              <a:t>/ ATTACKER</a:t>
            </a:r>
          </a:p>
        </p:txBody>
      </p:sp>
      <p:sp>
        <p:nvSpPr>
          <p:cNvPr id="7" name="legitimate-1">
            <a:extLst>
              <a:ext uri="{FF2B5EF4-FFF2-40B4-BE49-F238E27FC236}">
                <a16:creationId xmlns:a16="http://schemas.microsoft.com/office/drawing/2014/main" id="{4D99ABAB-7795-4650-B46F-656FE811F7B0}"/>
              </a:ext>
            </a:extLst>
          </p:cNvPr>
          <p:cNvSpPr>
            <a:spLocks noGrp="1"/>
          </p:cNvSpPr>
          <p:nvPr/>
        </p:nvSpPr>
        <p:spPr>
          <a:xfrm>
            <a:off x="2647950" y="1752600"/>
            <a:ext cx="2000250" cy="47625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E3A8A"/>
                </a:solidFill>
              </a:defRPr>
            </a:pPr>
            <a:r>
              <a:rPr sz="1350" b="1">
                <a:solidFill>
                  <a:srgbClr val="1E3A8A"/>
                </a:solidFill>
              </a:rPr>
              <a:t>Login</a:t>
            </a:r>
          </a:p>
        </p:txBody>
      </p:sp>
      <p:sp>
        <p:nvSpPr>
          <p:cNvPr id="8" name="abuse-1-a">
            <a:extLst>
              <a:ext uri="{FF2B5EF4-FFF2-40B4-BE49-F238E27FC236}">
                <a16:creationId xmlns:a16="http://schemas.microsoft.com/office/drawing/2014/main" id="{EE8C2EED-288E-488F-BB46-92AA38760941}"/>
              </a:ext>
            </a:extLst>
          </p:cNvPr>
          <p:cNvSpPr>
            <a:spLocks noGrp="1"/>
          </p:cNvSpPr>
          <p:nvPr/>
        </p:nvSpPr>
        <p:spPr>
          <a:xfrm>
            <a:off x="6115050" y="1657350"/>
            <a:ext cx="3181350" cy="304800"/>
          </a:xfrm>
          <a:prstGeom prst="ellipse">
            <a:avLst/>
          </a:prstGeom>
          <a:solidFill>
            <a:srgbClr val="FEE2E2"/>
          </a:solidFill>
          <a:ln w="14288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7F1D1D"/>
                </a:solidFill>
              </a:defRPr>
            </a:pPr>
            <a:r>
              <a:rPr sz="1200" b="1">
                <a:solidFill>
                  <a:srgbClr val="7F1D1D"/>
                </a:solidFill>
              </a:rPr>
              <a:t>Brute-force attack</a:t>
            </a:r>
          </a:p>
        </p:txBody>
      </p:sp>
      <p:sp>
        <p:nvSpPr>
          <p:cNvPr id="9" name="abuse-1-b">
            <a:extLst>
              <a:ext uri="{FF2B5EF4-FFF2-40B4-BE49-F238E27FC236}">
                <a16:creationId xmlns:a16="http://schemas.microsoft.com/office/drawing/2014/main" id="{5DD5E7C2-55AA-4BB9-BF03-04F196228777}"/>
              </a:ext>
            </a:extLst>
          </p:cNvPr>
          <p:cNvSpPr>
            <a:spLocks noGrp="1"/>
          </p:cNvSpPr>
          <p:nvPr/>
        </p:nvSpPr>
        <p:spPr>
          <a:xfrm>
            <a:off x="6115050" y="2019300"/>
            <a:ext cx="3181350" cy="304800"/>
          </a:xfrm>
          <a:prstGeom prst="ellipse">
            <a:avLst/>
          </a:prstGeom>
          <a:solidFill>
            <a:srgbClr val="FEE2E2"/>
          </a:solidFill>
          <a:ln w="14288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7F1D1D"/>
                </a:solidFill>
              </a:defRPr>
            </a:pPr>
            <a:r>
              <a:rPr sz="1200" b="1">
                <a:solidFill>
                  <a:srgbClr val="7F1D1D"/>
                </a:solidFill>
              </a:rPr>
              <a:t>Use stolen credentials</a:t>
            </a:r>
          </a:p>
        </p:txBody>
      </p:sp>
      <p:sp>
        <p:nvSpPr>
          <p:cNvPr id="10" name="legitimate-2">
            <a:extLst>
              <a:ext uri="{FF2B5EF4-FFF2-40B4-BE49-F238E27FC236}">
                <a16:creationId xmlns:a16="http://schemas.microsoft.com/office/drawing/2014/main" id="{BECB3C90-E390-493B-9066-37E6ABA7B48E}"/>
              </a:ext>
            </a:extLst>
          </p:cNvPr>
          <p:cNvSpPr>
            <a:spLocks noGrp="1"/>
          </p:cNvSpPr>
          <p:nvPr/>
        </p:nvSpPr>
        <p:spPr>
          <a:xfrm>
            <a:off x="2647950" y="2505075"/>
            <a:ext cx="2000250" cy="47625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E3A8A"/>
                </a:solidFill>
              </a:defRPr>
            </a:pPr>
            <a:r>
              <a:rPr sz="1350" b="1">
                <a:solidFill>
                  <a:srgbClr val="1E3A8A"/>
                </a:solidFill>
              </a:rPr>
              <a:t>Create Record</a:t>
            </a:r>
          </a:p>
        </p:txBody>
      </p:sp>
      <p:sp>
        <p:nvSpPr>
          <p:cNvPr id="11" name="abuse-2-a">
            <a:extLst>
              <a:ext uri="{FF2B5EF4-FFF2-40B4-BE49-F238E27FC236}">
                <a16:creationId xmlns:a16="http://schemas.microsoft.com/office/drawing/2014/main" id="{5A1DBA26-046E-49CF-9F66-9558345B7B40}"/>
              </a:ext>
            </a:extLst>
          </p:cNvPr>
          <p:cNvSpPr>
            <a:spLocks noGrp="1"/>
          </p:cNvSpPr>
          <p:nvPr/>
        </p:nvSpPr>
        <p:spPr>
          <a:xfrm>
            <a:off x="6115050" y="2409825"/>
            <a:ext cx="3181350" cy="304800"/>
          </a:xfrm>
          <a:prstGeom prst="ellipse">
            <a:avLst/>
          </a:prstGeom>
          <a:solidFill>
            <a:srgbClr val="FEE2E2"/>
          </a:solidFill>
          <a:ln w="14288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7F1D1D"/>
                </a:solidFill>
              </a:defRPr>
            </a:pPr>
            <a:r>
              <a:rPr sz="1200" b="1">
                <a:solidFill>
                  <a:srgbClr val="7F1D1D"/>
                </a:solidFill>
              </a:rPr>
              <a:t>Create fraudulent record</a:t>
            </a:r>
          </a:p>
        </p:txBody>
      </p:sp>
      <p:sp>
        <p:nvSpPr>
          <p:cNvPr id="12" name="abuse-2-b">
            <a:extLst>
              <a:ext uri="{FF2B5EF4-FFF2-40B4-BE49-F238E27FC236}">
                <a16:creationId xmlns:a16="http://schemas.microsoft.com/office/drawing/2014/main" id="{31742B24-07B4-439C-8D08-524488620B91}"/>
              </a:ext>
            </a:extLst>
          </p:cNvPr>
          <p:cNvSpPr>
            <a:spLocks noGrp="1"/>
          </p:cNvSpPr>
          <p:nvPr/>
        </p:nvSpPr>
        <p:spPr>
          <a:xfrm>
            <a:off x="6115050" y="2771775"/>
            <a:ext cx="3181350" cy="304800"/>
          </a:xfrm>
          <a:prstGeom prst="ellipse">
            <a:avLst/>
          </a:prstGeom>
          <a:solidFill>
            <a:srgbClr val="FEE2E2"/>
          </a:solidFill>
          <a:ln w="14288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7F1D1D"/>
                </a:solidFill>
              </a:defRPr>
            </a:pPr>
            <a:r>
              <a:rPr sz="1200" b="1">
                <a:solidFill>
                  <a:srgbClr val="7F1D1D"/>
                </a:solidFill>
              </a:rPr>
              <a:t>Inject malicious data</a:t>
            </a:r>
          </a:p>
        </p:txBody>
      </p:sp>
      <p:sp>
        <p:nvSpPr>
          <p:cNvPr id="13" name="legitimate-3">
            <a:extLst>
              <a:ext uri="{FF2B5EF4-FFF2-40B4-BE49-F238E27FC236}">
                <a16:creationId xmlns:a16="http://schemas.microsoft.com/office/drawing/2014/main" id="{2D4FF9B7-A3FB-4C07-9307-29B2F9B22636}"/>
              </a:ext>
            </a:extLst>
          </p:cNvPr>
          <p:cNvSpPr>
            <a:spLocks noGrp="1"/>
          </p:cNvSpPr>
          <p:nvPr/>
        </p:nvSpPr>
        <p:spPr>
          <a:xfrm>
            <a:off x="2647950" y="3257550"/>
            <a:ext cx="2000250" cy="47625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E3A8A"/>
                </a:solidFill>
              </a:defRPr>
            </a:pPr>
            <a:r>
              <a:rPr sz="1350" b="1">
                <a:solidFill>
                  <a:srgbClr val="1E3A8A"/>
                </a:solidFill>
              </a:rPr>
              <a:t>Update Record</a:t>
            </a:r>
          </a:p>
        </p:txBody>
      </p:sp>
      <p:sp>
        <p:nvSpPr>
          <p:cNvPr id="14" name="abuse-3-a">
            <a:extLst>
              <a:ext uri="{FF2B5EF4-FFF2-40B4-BE49-F238E27FC236}">
                <a16:creationId xmlns:a16="http://schemas.microsoft.com/office/drawing/2014/main" id="{DA89EA44-29AD-4825-AD03-CC790FA3C42C}"/>
              </a:ext>
            </a:extLst>
          </p:cNvPr>
          <p:cNvSpPr>
            <a:spLocks noGrp="1"/>
          </p:cNvSpPr>
          <p:nvPr/>
        </p:nvSpPr>
        <p:spPr>
          <a:xfrm>
            <a:off x="6115050" y="3162300"/>
            <a:ext cx="3181350" cy="304800"/>
          </a:xfrm>
          <a:prstGeom prst="ellipse">
            <a:avLst/>
          </a:prstGeom>
          <a:solidFill>
            <a:srgbClr val="FEE2E2"/>
          </a:solidFill>
          <a:ln w="14288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7F1D1D"/>
                </a:solidFill>
              </a:defRPr>
            </a:pPr>
            <a:r>
              <a:rPr sz="1200" b="1">
                <a:solidFill>
                  <a:srgbClr val="7F1D1D"/>
                </a:solidFill>
              </a:rPr>
              <a:t>Unauthorized modification</a:t>
            </a:r>
          </a:p>
        </p:txBody>
      </p:sp>
      <p:sp>
        <p:nvSpPr>
          <p:cNvPr id="15" name="abuse-3-b">
            <a:extLst>
              <a:ext uri="{FF2B5EF4-FFF2-40B4-BE49-F238E27FC236}">
                <a16:creationId xmlns:a16="http://schemas.microsoft.com/office/drawing/2014/main" id="{E74DC651-6D8F-4F34-AF9F-0410BF34419E}"/>
              </a:ext>
            </a:extLst>
          </p:cNvPr>
          <p:cNvSpPr>
            <a:spLocks noGrp="1"/>
          </p:cNvSpPr>
          <p:nvPr/>
        </p:nvSpPr>
        <p:spPr>
          <a:xfrm>
            <a:off x="6115050" y="3524250"/>
            <a:ext cx="3181350" cy="304800"/>
          </a:xfrm>
          <a:prstGeom prst="ellipse">
            <a:avLst/>
          </a:prstGeom>
          <a:solidFill>
            <a:srgbClr val="FEE2E2"/>
          </a:solidFill>
          <a:ln w="14288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7F1D1D"/>
                </a:solidFill>
              </a:defRPr>
            </a:pPr>
            <a:r>
              <a:rPr sz="1200" b="1">
                <a:solidFill>
                  <a:srgbClr val="7F1D1D"/>
                </a:solidFill>
              </a:rPr>
              <a:t>Tamper with critical data</a:t>
            </a:r>
          </a:p>
        </p:txBody>
      </p:sp>
      <p:sp>
        <p:nvSpPr>
          <p:cNvPr id="16" name="legitimate-4">
            <a:extLst>
              <a:ext uri="{FF2B5EF4-FFF2-40B4-BE49-F238E27FC236}">
                <a16:creationId xmlns:a16="http://schemas.microsoft.com/office/drawing/2014/main" id="{4BB7D227-637E-4C0D-8E53-B2B0BA45B8C1}"/>
              </a:ext>
            </a:extLst>
          </p:cNvPr>
          <p:cNvSpPr>
            <a:spLocks noGrp="1"/>
          </p:cNvSpPr>
          <p:nvPr/>
        </p:nvSpPr>
        <p:spPr>
          <a:xfrm>
            <a:off x="2647950" y="4010025"/>
            <a:ext cx="2000250" cy="47625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E3A8A"/>
                </a:solidFill>
              </a:defRPr>
            </a:pPr>
            <a:r>
              <a:rPr sz="1350" b="1">
                <a:solidFill>
                  <a:srgbClr val="1E3A8A"/>
                </a:solidFill>
              </a:rPr>
              <a:t>Delete Record</a:t>
            </a:r>
          </a:p>
        </p:txBody>
      </p:sp>
      <p:sp>
        <p:nvSpPr>
          <p:cNvPr id="17" name="abuse-4-a">
            <a:extLst>
              <a:ext uri="{FF2B5EF4-FFF2-40B4-BE49-F238E27FC236}">
                <a16:creationId xmlns:a16="http://schemas.microsoft.com/office/drawing/2014/main" id="{417B5AC7-3B40-4C85-8567-2B74AB8F4D4B}"/>
              </a:ext>
            </a:extLst>
          </p:cNvPr>
          <p:cNvSpPr>
            <a:spLocks noGrp="1"/>
          </p:cNvSpPr>
          <p:nvPr/>
        </p:nvSpPr>
        <p:spPr>
          <a:xfrm>
            <a:off x="6115050" y="3914775"/>
            <a:ext cx="3181350" cy="304800"/>
          </a:xfrm>
          <a:prstGeom prst="ellipse">
            <a:avLst/>
          </a:prstGeom>
          <a:solidFill>
            <a:srgbClr val="FEE2E2"/>
          </a:solidFill>
          <a:ln w="14288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7F1D1D"/>
                </a:solidFill>
              </a:defRPr>
            </a:pPr>
            <a:r>
              <a:rPr sz="1200" b="1">
                <a:solidFill>
                  <a:srgbClr val="7F1D1D"/>
                </a:solidFill>
              </a:rPr>
              <a:t>Delete without permission</a:t>
            </a:r>
          </a:p>
        </p:txBody>
      </p:sp>
      <p:sp>
        <p:nvSpPr>
          <p:cNvPr id="18" name="abuse-4-b">
            <a:extLst>
              <a:ext uri="{FF2B5EF4-FFF2-40B4-BE49-F238E27FC236}">
                <a16:creationId xmlns:a16="http://schemas.microsoft.com/office/drawing/2014/main" id="{A5E93093-CD3F-4C9A-9BF7-B7FAF467C0EB}"/>
              </a:ext>
            </a:extLst>
          </p:cNvPr>
          <p:cNvSpPr>
            <a:spLocks noGrp="1"/>
          </p:cNvSpPr>
          <p:nvPr/>
        </p:nvSpPr>
        <p:spPr>
          <a:xfrm>
            <a:off x="6115050" y="4276725"/>
            <a:ext cx="3181350" cy="304800"/>
          </a:xfrm>
          <a:prstGeom prst="ellipse">
            <a:avLst/>
          </a:prstGeom>
          <a:solidFill>
            <a:srgbClr val="FEE2E2"/>
          </a:solidFill>
          <a:ln w="14288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7F1D1D"/>
                </a:solidFill>
              </a:defRPr>
            </a:pPr>
            <a:r>
              <a:rPr sz="1200" b="1">
                <a:solidFill>
                  <a:srgbClr val="7F1D1D"/>
                </a:solidFill>
              </a:rPr>
              <a:t>Delete to hide evidence</a:t>
            </a:r>
          </a:p>
        </p:txBody>
      </p:sp>
      <p:sp>
        <p:nvSpPr>
          <p:cNvPr id="19" name="legitimate-5">
            <a:extLst>
              <a:ext uri="{FF2B5EF4-FFF2-40B4-BE49-F238E27FC236}">
                <a16:creationId xmlns:a16="http://schemas.microsoft.com/office/drawing/2014/main" id="{361189FD-DE5F-46C7-ACBB-80CC67FABB70}"/>
              </a:ext>
            </a:extLst>
          </p:cNvPr>
          <p:cNvSpPr>
            <a:spLocks noGrp="1"/>
          </p:cNvSpPr>
          <p:nvPr/>
        </p:nvSpPr>
        <p:spPr>
          <a:xfrm>
            <a:off x="2647950" y="4762500"/>
            <a:ext cx="2000250" cy="47625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E3A8A"/>
                </a:solidFill>
              </a:defRPr>
            </a:pPr>
            <a:r>
              <a:rPr sz="1350" b="1">
                <a:solidFill>
                  <a:srgbClr val="1E3A8A"/>
                </a:solidFill>
              </a:rPr>
              <a:t>Print Record</a:t>
            </a:r>
          </a:p>
        </p:txBody>
      </p:sp>
      <p:sp>
        <p:nvSpPr>
          <p:cNvPr id="20" name="abuse-5-a">
            <a:extLst>
              <a:ext uri="{FF2B5EF4-FFF2-40B4-BE49-F238E27FC236}">
                <a16:creationId xmlns:a16="http://schemas.microsoft.com/office/drawing/2014/main" id="{9A25BA7E-B11E-4E88-86AF-1E9DD4BF306F}"/>
              </a:ext>
            </a:extLst>
          </p:cNvPr>
          <p:cNvSpPr>
            <a:spLocks noGrp="1"/>
          </p:cNvSpPr>
          <p:nvPr/>
        </p:nvSpPr>
        <p:spPr>
          <a:xfrm>
            <a:off x="6115050" y="4667250"/>
            <a:ext cx="3181350" cy="304800"/>
          </a:xfrm>
          <a:prstGeom prst="ellipse">
            <a:avLst/>
          </a:prstGeom>
          <a:solidFill>
            <a:srgbClr val="FEE2E2"/>
          </a:solidFill>
          <a:ln w="14288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7F1D1D"/>
                </a:solidFill>
              </a:defRPr>
            </a:pPr>
            <a:r>
              <a:rPr sz="1200" b="1">
                <a:solidFill>
                  <a:srgbClr val="7F1D1D"/>
                </a:solidFill>
              </a:rPr>
              <a:t>Print confidential data</a:t>
            </a:r>
          </a:p>
        </p:txBody>
      </p:sp>
      <p:sp>
        <p:nvSpPr>
          <p:cNvPr id="21" name="abuse-5-b">
            <a:extLst>
              <a:ext uri="{FF2B5EF4-FFF2-40B4-BE49-F238E27FC236}">
                <a16:creationId xmlns:a16="http://schemas.microsoft.com/office/drawing/2014/main" id="{25212BC1-A120-479D-BC9D-5228C330CABC}"/>
              </a:ext>
            </a:extLst>
          </p:cNvPr>
          <p:cNvSpPr>
            <a:spLocks noGrp="1"/>
          </p:cNvSpPr>
          <p:nvPr/>
        </p:nvSpPr>
        <p:spPr>
          <a:xfrm>
            <a:off x="6115050" y="5029200"/>
            <a:ext cx="3181350" cy="304800"/>
          </a:xfrm>
          <a:prstGeom prst="ellipse">
            <a:avLst/>
          </a:prstGeom>
          <a:solidFill>
            <a:srgbClr val="FEE2E2"/>
          </a:solidFill>
          <a:ln w="14288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7F1D1D"/>
                </a:solidFill>
              </a:defRPr>
            </a:pPr>
            <a:r>
              <a:rPr sz="1200" b="1">
                <a:solidFill>
                  <a:srgbClr val="7F1D1D"/>
                </a:solidFill>
              </a:rPr>
              <a:t>Exfiltrate data by printing</a:t>
            </a:r>
          </a:p>
        </p:txBody>
      </p:sp>
      <p:sp>
        <p:nvSpPr>
          <p:cNvPr id="22" name="legitimate-6">
            <a:extLst>
              <a:ext uri="{FF2B5EF4-FFF2-40B4-BE49-F238E27FC236}">
                <a16:creationId xmlns:a16="http://schemas.microsoft.com/office/drawing/2014/main" id="{A1E7F9EA-414F-4436-9A88-50213887F509}"/>
              </a:ext>
            </a:extLst>
          </p:cNvPr>
          <p:cNvSpPr>
            <a:spLocks noGrp="1"/>
          </p:cNvSpPr>
          <p:nvPr/>
        </p:nvSpPr>
        <p:spPr>
          <a:xfrm>
            <a:off x="2647950" y="5514975"/>
            <a:ext cx="2000250" cy="47625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E3A8A"/>
                </a:solidFill>
              </a:defRPr>
            </a:pPr>
            <a:r>
              <a:rPr sz="1350" b="1">
                <a:solidFill>
                  <a:srgbClr val="1E3A8A"/>
                </a:solidFill>
              </a:rPr>
              <a:t>Logout</a:t>
            </a:r>
          </a:p>
        </p:txBody>
      </p:sp>
      <p:sp>
        <p:nvSpPr>
          <p:cNvPr id="23" name="abuse-6-a">
            <a:extLst>
              <a:ext uri="{FF2B5EF4-FFF2-40B4-BE49-F238E27FC236}">
                <a16:creationId xmlns:a16="http://schemas.microsoft.com/office/drawing/2014/main" id="{E84F6E61-DD64-4613-B257-3955D449E3F8}"/>
              </a:ext>
            </a:extLst>
          </p:cNvPr>
          <p:cNvSpPr>
            <a:spLocks noGrp="1"/>
          </p:cNvSpPr>
          <p:nvPr/>
        </p:nvSpPr>
        <p:spPr>
          <a:xfrm>
            <a:off x="6115050" y="5419725"/>
            <a:ext cx="3181350" cy="304800"/>
          </a:xfrm>
          <a:prstGeom prst="ellipse">
            <a:avLst/>
          </a:prstGeom>
          <a:solidFill>
            <a:srgbClr val="FEE2E2"/>
          </a:solidFill>
          <a:ln w="14288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7F1D1D"/>
                </a:solidFill>
              </a:defRPr>
            </a:pPr>
            <a:r>
              <a:rPr sz="1200" b="1">
                <a:solidFill>
                  <a:srgbClr val="7F1D1D"/>
                </a:solidFill>
              </a:rPr>
              <a:t>Keep session active</a:t>
            </a:r>
          </a:p>
        </p:txBody>
      </p:sp>
      <p:sp>
        <p:nvSpPr>
          <p:cNvPr id="24" name="abuse-6-b">
            <a:extLst>
              <a:ext uri="{FF2B5EF4-FFF2-40B4-BE49-F238E27FC236}">
                <a16:creationId xmlns:a16="http://schemas.microsoft.com/office/drawing/2014/main" id="{85428B73-E904-4F08-A163-43F03B8C440A}"/>
              </a:ext>
            </a:extLst>
          </p:cNvPr>
          <p:cNvSpPr>
            <a:spLocks noGrp="1"/>
          </p:cNvSpPr>
          <p:nvPr/>
        </p:nvSpPr>
        <p:spPr>
          <a:xfrm>
            <a:off x="6115050" y="5781675"/>
            <a:ext cx="3181350" cy="304800"/>
          </a:xfrm>
          <a:prstGeom prst="ellipse">
            <a:avLst/>
          </a:prstGeom>
          <a:solidFill>
            <a:srgbClr val="FEE2E2"/>
          </a:solidFill>
          <a:ln w="14288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7F1D1D"/>
                </a:solidFill>
              </a:defRPr>
            </a:pPr>
            <a:r>
              <a:rPr sz="1200" b="1">
                <a:solidFill>
                  <a:srgbClr val="7F1D1D"/>
                </a:solidFill>
              </a:rPr>
              <a:t>Session hijacking</a:t>
            </a:r>
          </a:p>
        </p:txBody>
      </p:sp>
      <p:cxnSp>
        <p:nvCxnSpPr>
          <p:cNvPr id="81" name="Connector: Elbow 80"/>
          <p:cNvCxnSpPr>
            <a:stCxn id="5" idx="3"/>
            <a:endCxn id="7" idx="2"/>
          </p:cNvCxnSpPr>
          <p:nvPr/>
        </p:nvCxnSpPr>
        <p:spPr>
          <a:xfrm flipV="1">
            <a:off x="1676400" y="1990725"/>
            <a:ext cx="971550" cy="1609725"/>
          </a:xfrm>
          <a:prstGeom prst="bentConnector3">
            <a:avLst>
              <a:gd name="adj1" fmla="val 50000"/>
            </a:avLst>
          </a:prstGeom>
          <a:ln w="13335">
            <a:solidFill>
              <a:srgbClr val="2563EB"/>
            </a:solidFill>
            <a:prstDash val="solid"/>
            <a:tailEnd type="arrow" w="sm" len="sm"/>
          </a:ln>
        </p:spPr>
      </p:cxnSp>
      <p:cxnSp>
        <p:nvCxnSpPr>
          <p:cNvPr id="82" name="Straight Arrow Connector 81"/>
          <p:cNvCxnSpPr>
            <a:stCxn id="7" idx="6"/>
            <a:endCxn id="8" idx="2"/>
          </p:cNvCxnSpPr>
          <p:nvPr/>
        </p:nvCxnSpPr>
        <p:spPr>
          <a:xfrm flipV="1">
            <a:off x="4648200" y="1809750"/>
            <a:ext cx="1466850" cy="180975"/>
          </a:xfrm>
          <a:prstGeom prst="straightConnector1">
            <a:avLst/>
          </a:prstGeom>
          <a:ln w="13335">
            <a:solidFill>
              <a:srgbClr val="94A3B8"/>
            </a:solidFill>
            <a:prstDash val="solid"/>
            <a:tailEnd type="arrow" w="sm" len="sm"/>
          </a:ln>
        </p:spPr>
      </p:cxnSp>
      <p:cxnSp>
        <p:nvCxnSpPr>
          <p:cNvPr id="83" name="Straight Arrow Connector 82"/>
          <p:cNvCxnSpPr>
            <a:stCxn id="7" idx="6"/>
            <a:endCxn id="9" idx="2"/>
          </p:cNvCxnSpPr>
          <p:nvPr/>
        </p:nvCxnSpPr>
        <p:spPr>
          <a:xfrm>
            <a:off x="4648200" y="1990725"/>
            <a:ext cx="1466850" cy="180975"/>
          </a:xfrm>
          <a:prstGeom prst="straightConnector1">
            <a:avLst/>
          </a:prstGeom>
          <a:ln w="13335">
            <a:solidFill>
              <a:srgbClr val="94A3B8"/>
            </a:solidFill>
            <a:prstDash val="solid"/>
            <a:tailEnd type="arrow" w="sm" len="sm"/>
          </a:ln>
        </p:spPr>
      </p:cxnSp>
      <p:cxnSp>
        <p:nvCxnSpPr>
          <p:cNvPr id="84" name="Connector: Elbow 83"/>
          <p:cNvCxnSpPr>
            <a:stCxn id="6" idx="1"/>
            <a:endCxn id="8" idx="6"/>
          </p:cNvCxnSpPr>
          <p:nvPr/>
        </p:nvCxnSpPr>
        <p:spPr>
          <a:xfrm flipH="1" flipV="1">
            <a:off x="9296400" y="1809750"/>
            <a:ext cx="1181100" cy="1790700"/>
          </a:xfrm>
          <a:prstGeom prst="bentConnector3">
            <a:avLst>
              <a:gd name="adj1" fmla="val 50000"/>
            </a:avLst>
          </a:prstGeom>
          <a:ln w="11430">
            <a:solidFill>
              <a:srgbClr val="E11D48"/>
            </a:solidFill>
            <a:prstDash val="dash"/>
            <a:tailEnd type="arrow" w="sm" len="sm"/>
          </a:ln>
        </p:spPr>
      </p:cxnSp>
      <p:cxnSp>
        <p:nvCxnSpPr>
          <p:cNvPr id="85" name="Connector: Elbow 84"/>
          <p:cNvCxnSpPr>
            <a:stCxn id="6" idx="1"/>
            <a:endCxn id="9" idx="6"/>
          </p:cNvCxnSpPr>
          <p:nvPr/>
        </p:nvCxnSpPr>
        <p:spPr>
          <a:xfrm flipH="1" flipV="1">
            <a:off x="9296400" y="2171700"/>
            <a:ext cx="1181100" cy="1428750"/>
          </a:xfrm>
          <a:prstGeom prst="bentConnector3">
            <a:avLst>
              <a:gd name="adj1" fmla="val 50000"/>
            </a:avLst>
          </a:prstGeom>
          <a:ln w="11430">
            <a:solidFill>
              <a:srgbClr val="E11D48"/>
            </a:solidFill>
            <a:prstDash val="dash"/>
            <a:tailEnd type="arrow" w="sm" len="sm"/>
          </a:ln>
        </p:spPr>
      </p:cxnSp>
      <p:cxnSp>
        <p:nvCxnSpPr>
          <p:cNvPr id="86" name="Connector: Elbow 85"/>
          <p:cNvCxnSpPr>
            <a:stCxn id="5" idx="3"/>
            <a:endCxn id="10" idx="2"/>
          </p:cNvCxnSpPr>
          <p:nvPr/>
        </p:nvCxnSpPr>
        <p:spPr>
          <a:xfrm flipV="1">
            <a:off x="1676400" y="2743200"/>
            <a:ext cx="971550" cy="857250"/>
          </a:xfrm>
          <a:prstGeom prst="bentConnector3">
            <a:avLst>
              <a:gd name="adj1" fmla="val 50000"/>
            </a:avLst>
          </a:prstGeom>
          <a:ln w="13335">
            <a:solidFill>
              <a:srgbClr val="2563EB"/>
            </a:solidFill>
            <a:prstDash val="solid"/>
            <a:tailEnd type="arrow" w="sm" len="sm"/>
          </a:ln>
        </p:spPr>
      </p:cxnSp>
      <p:cxnSp>
        <p:nvCxnSpPr>
          <p:cNvPr id="87" name="Straight Arrow Connector 86"/>
          <p:cNvCxnSpPr>
            <a:stCxn id="10" idx="6"/>
            <a:endCxn id="11" idx="2"/>
          </p:cNvCxnSpPr>
          <p:nvPr/>
        </p:nvCxnSpPr>
        <p:spPr>
          <a:xfrm flipV="1">
            <a:off x="4648200" y="2562225"/>
            <a:ext cx="1466850" cy="180975"/>
          </a:xfrm>
          <a:prstGeom prst="straightConnector1">
            <a:avLst/>
          </a:prstGeom>
          <a:ln w="13335">
            <a:solidFill>
              <a:srgbClr val="94A3B8"/>
            </a:solidFill>
            <a:prstDash val="solid"/>
            <a:tailEnd type="arrow" w="sm" len="sm"/>
          </a:ln>
        </p:spPr>
      </p:cxnSp>
      <p:cxnSp>
        <p:nvCxnSpPr>
          <p:cNvPr id="88" name="Straight Arrow Connector 87"/>
          <p:cNvCxnSpPr>
            <a:stCxn id="10" idx="6"/>
            <a:endCxn id="12" idx="2"/>
          </p:cNvCxnSpPr>
          <p:nvPr/>
        </p:nvCxnSpPr>
        <p:spPr>
          <a:xfrm>
            <a:off x="4648200" y="2743200"/>
            <a:ext cx="1466850" cy="180975"/>
          </a:xfrm>
          <a:prstGeom prst="straightConnector1">
            <a:avLst/>
          </a:prstGeom>
          <a:ln w="13335">
            <a:solidFill>
              <a:srgbClr val="94A3B8"/>
            </a:solidFill>
            <a:prstDash val="solid"/>
            <a:tailEnd type="arrow" w="sm" len="sm"/>
          </a:ln>
        </p:spPr>
      </p:cxnSp>
      <p:cxnSp>
        <p:nvCxnSpPr>
          <p:cNvPr id="89" name="Connector: Elbow 88"/>
          <p:cNvCxnSpPr>
            <a:stCxn id="6" idx="1"/>
            <a:endCxn id="11" idx="6"/>
          </p:cNvCxnSpPr>
          <p:nvPr/>
        </p:nvCxnSpPr>
        <p:spPr>
          <a:xfrm flipH="1" flipV="1">
            <a:off x="9296400" y="2562225"/>
            <a:ext cx="1181100" cy="1038225"/>
          </a:xfrm>
          <a:prstGeom prst="bentConnector3">
            <a:avLst>
              <a:gd name="adj1" fmla="val 50000"/>
            </a:avLst>
          </a:prstGeom>
          <a:ln w="11430">
            <a:solidFill>
              <a:srgbClr val="E11D48"/>
            </a:solidFill>
            <a:prstDash val="dash"/>
            <a:tailEnd type="arrow" w="sm" len="sm"/>
          </a:ln>
        </p:spPr>
      </p:cxnSp>
      <p:cxnSp>
        <p:nvCxnSpPr>
          <p:cNvPr id="90" name="Connector: Elbow 89"/>
          <p:cNvCxnSpPr>
            <a:stCxn id="6" idx="1"/>
            <a:endCxn id="12" idx="6"/>
          </p:cNvCxnSpPr>
          <p:nvPr/>
        </p:nvCxnSpPr>
        <p:spPr>
          <a:xfrm flipH="1" flipV="1">
            <a:off x="9296400" y="2924175"/>
            <a:ext cx="1181100" cy="676275"/>
          </a:xfrm>
          <a:prstGeom prst="bentConnector3">
            <a:avLst>
              <a:gd name="adj1" fmla="val 50000"/>
            </a:avLst>
          </a:prstGeom>
          <a:ln w="11430">
            <a:solidFill>
              <a:srgbClr val="E11D48"/>
            </a:solidFill>
            <a:prstDash val="dash"/>
            <a:tailEnd type="arrow" w="sm" len="sm"/>
          </a:ln>
        </p:spPr>
      </p:cxnSp>
      <p:cxnSp>
        <p:nvCxnSpPr>
          <p:cNvPr id="91" name="Connector: Elbow 90"/>
          <p:cNvCxnSpPr>
            <a:stCxn id="5" idx="3"/>
            <a:endCxn id="13" idx="2"/>
          </p:cNvCxnSpPr>
          <p:nvPr/>
        </p:nvCxnSpPr>
        <p:spPr>
          <a:xfrm flipV="1">
            <a:off x="1676400" y="3495675"/>
            <a:ext cx="971550" cy="104775"/>
          </a:xfrm>
          <a:prstGeom prst="bentConnector3">
            <a:avLst>
              <a:gd name="adj1" fmla="val 50000"/>
            </a:avLst>
          </a:prstGeom>
          <a:ln w="13335">
            <a:solidFill>
              <a:srgbClr val="2563EB"/>
            </a:solidFill>
            <a:prstDash val="solid"/>
            <a:tailEnd type="arrow" w="sm" len="sm"/>
          </a:ln>
        </p:spPr>
      </p:cxnSp>
      <p:cxnSp>
        <p:nvCxnSpPr>
          <p:cNvPr id="92" name="Straight Arrow Connector 91"/>
          <p:cNvCxnSpPr>
            <a:stCxn id="13" idx="6"/>
            <a:endCxn id="14" idx="2"/>
          </p:cNvCxnSpPr>
          <p:nvPr/>
        </p:nvCxnSpPr>
        <p:spPr>
          <a:xfrm flipV="1">
            <a:off x="4648200" y="3314700"/>
            <a:ext cx="1466850" cy="180975"/>
          </a:xfrm>
          <a:prstGeom prst="straightConnector1">
            <a:avLst/>
          </a:prstGeom>
          <a:ln w="13335">
            <a:solidFill>
              <a:srgbClr val="94A3B8"/>
            </a:solidFill>
            <a:prstDash val="solid"/>
            <a:tailEnd type="arrow" w="sm" len="sm"/>
          </a:ln>
        </p:spPr>
      </p:cxnSp>
      <p:cxnSp>
        <p:nvCxnSpPr>
          <p:cNvPr id="93" name="Straight Arrow Connector 92"/>
          <p:cNvCxnSpPr>
            <a:stCxn id="13" idx="6"/>
            <a:endCxn id="15" idx="2"/>
          </p:cNvCxnSpPr>
          <p:nvPr/>
        </p:nvCxnSpPr>
        <p:spPr>
          <a:xfrm>
            <a:off x="4648200" y="3495675"/>
            <a:ext cx="1466850" cy="180975"/>
          </a:xfrm>
          <a:prstGeom prst="straightConnector1">
            <a:avLst/>
          </a:prstGeom>
          <a:ln w="13335">
            <a:solidFill>
              <a:srgbClr val="94A3B8"/>
            </a:solidFill>
            <a:prstDash val="solid"/>
            <a:tailEnd type="arrow" w="sm" len="sm"/>
          </a:ln>
        </p:spPr>
      </p:cxnSp>
      <p:cxnSp>
        <p:nvCxnSpPr>
          <p:cNvPr id="94" name="Connector: Elbow 93"/>
          <p:cNvCxnSpPr>
            <a:stCxn id="6" idx="1"/>
            <a:endCxn id="14" idx="6"/>
          </p:cNvCxnSpPr>
          <p:nvPr/>
        </p:nvCxnSpPr>
        <p:spPr>
          <a:xfrm flipH="1" flipV="1">
            <a:off x="9296400" y="3314700"/>
            <a:ext cx="1181100" cy="285750"/>
          </a:xfrm>
          <a:prstGeom prst="bentConnector3">
            <a:avLst>
              <a:gd name="adj1" fmla="val 50000"/>
            </a:avLst>
          </a:prstGeom>
          <a:ln w="11430">
            <a:solidFill>
              <a:srgbClr val="E11D48"/>
            </a:solidFill>
            <a:prstDash val="dash"/>
            <a:tailEnd type="arrow" w="sm" len="sm"/>
          </a:ln>
        </p:spPr>
      </p:cxnSp>
      <p:cxnSp>
        <p:nvCxnSpPr>
          <p:cNvPr id="95" name="Connector: Elbow 94"/>
          <p:cNvCxnSpPr>
            <a:stCxn id="6" idx="1"/>
            <a:endCxn id="15" idx="6"/>
          </p:cNvCxnSpPr>
          <p:nvPr/>
        </p:nvCxnSpPr>
        <p:spPr>
          <a:xfrm flipH="1">
            <a:off x="9296400" y="3600450"/>
            <a:ext cx="1181100" cy="76200"/>
          </a:xfrm>
          <a:prstGeom prst="bentConnector3">
            <a:avLst>
              <a:gd name="adj1" fmla="val 50000"/>
            </a:avLst>
          </a:prstGeom>
          <a:ln w="11430">
            <a:solidFill>
              <a:srgbClr val="E11D48"/>
            </a:solidFill>
            <a:prstDash val="dash"/>
            <a:tailEnd type="arrow" w="sm" len="sm"/>
          </a:ln>
        </p:spPr>
      </p:cxnSp>
      <p:cxnSp>
        <p:nvCxnSpPr>
          <p:cNvPr id="96" name="Connector: Elbow 95"/>
          <p:cNvCxnSpPr>
            <a:stCxn id="5" idx="3"/>
            <a:endCxn id="16" idx="2"/>
          </p:cNvCxnSpPr>
          <p:nvPr/>
        </p:nvCxnSpPr>
        <p:spPr>
          <a:xfrm>
            <a:off x="1676400" y="3600450"/>
            <a:ext cx="971550" cy="647700"/>
          </a:xfrm>
          <a:prstGeom prst="bentConnector3">
            <a:avLst>
              <a:gd name="adj1" fmla="val 50000"/>
            </a:avLst>
          </a:prstGeom>
          <a:ln w="13335">
            <a:solidFill>
              <a:srgbClr val="2563EB"/>
            </a:solidFill>
            <a:prstDash val="solid"/>
            <a:tailEnd type="arrow" w="sm" len="sm"/>
          </a:ln>
        </p:spPr>
      </p:cxnSp>
      <p:cxnSp>
        <p:nvCxnSpPr>
          <p:cNvPr id="97" name="Straight Arrow Connector 96"/>
          <p:cNvCxnSpPr>
            <a:stCxn id="16" idx="6"/>
            <a:endCxn id="17" idx="2"/>
          </p:cNvCxnSpPr>
          <p:nvPr/>
        </p:nvCxnSpPr>
        <p:spPr>
          <a:xfrm flipV="1">
            <a:off x="4648200" y="4067175"/>
            <a:ext cx="1466850" cy="180975"/>
          </a:xfrm>
          <a:prstGeom prst="straightConnector1">
            <a:avLst/>
          </a:prstGeom>
          <a:ln w="13335">
            <a:solidFill>
              <a:srgbClr val="94A3B8"/>
            </a:solidFill>
            <a:prstDash val="solid"/>
            <a:tailEnd type="arrow" w="sm" len="sm"/>
          </a:ln>
        </p:spPr>
      </p:cxnSp>
      <p:cxnSp>
        <p:nvCxnSpPr>
          <p:cNvPr id="98" name="Straight Arrow Connector 97"/>
          <p:cNvCxnSpPr>
            <a:stCxn id="16" idx="6"/>
            <a:endCxn id="18" idx="2"/>
          </p:cNvCxnSpPr>
          <p:nvPr/>
        </p:nvCxnSpPr>
        <p:spPr>
          <a:xfrm>
            <a:off x="4648200" y="4248150"/>
            <a:ext cx="1466850" cy="180975"/>
          </a:xfrm>
          <a:prstGeom prst="straightConnector1">
            <a:avLst/>
          </a:prstGeom>
          <a:ln w="13335">
            <a:solidFill>
              <a:srgbClr val="94A3B8"/>
            </a:solidFill>
            <a:prstDash val="solid"/>
            <a:tailEnd type="arrow" w="sm" len="sm"/>
          </a:ln>
        </p:spPr>
      </p:cxnSp>
      <p:cxnSp>
        <p:nvCxnSpPr>
          <p:cNvPr id="99" name="Connector: Elbow 98"/>
          <p:cNvCxnSpPr>
            <a:stCxn id="6" idx="1"/>
            <a:endCxn id="17" idx="6"/>
          </p:cNvCxnSpPr>
          <p:nvPr/>
        </p:nvCxnSpPr>
        <p:spPr>
          <a:xfrm flipH="1">
            <a:off x="9296400" y="3600450"/>
            <a:ext cx="1181100" cy="466725"/>
          </a:xfrm>
          <a:prstGeom prst="bentConnector3">
            <a:avLst>
              <a:gd name="adj1" fmla="val 50000"/>
            </a:avLst>
          </a:prstGeom>
          <a:ln w="11430">
            <a:solidFill>
              <a:srgbClr val="E11D48"/>
            </a:solidFill>
            <a:prstDash val="dash"/>
            <a:tailEnd type="arrow" w="sm" len="sm"/>
          </a:ln>
        </p:spPr>
      </p:cxnSp>
      <p:cxnSp>
        <p:nvCxnSpPr>
          <p:cNvPr id="100" name="Connector: Elbow 99"/>
          <p:cNvCxnSpPr>
            <a:stCxn id="6" idx="1"/>
            <a:endCxn id="18" idx="6"/>
          </p:cNvCxnSpPr>
          <p:nvPr/>
        </p:nvCxnSpPr>
        <p:spPr>
          <a:xfrm flipH="1">
            <a:off x="9296400" y="3600450"/>
            <a:ext cx="1181100" cy="828675"/>
          </a:xfrm>
          <a:prstGeom prst="bentConnector3">
            <a:avLst>
              <a:gd name="adj1" fmla="val 50000"/>
            </a:avLst>
          </a:prstGeom>
          <a:ln w="11430">
            <a:solidFill>
              <a:srgbClr val="E11D48"/>
            </a:solidFill>
            <a:prstDash val="dash"/>
            <a:tailEnd type="arrow" w="sm" len="sm"/>
          </a:ln>
        </p:spPr>
      </p:cxnSp>
      <p:cxnSp>
        <p:nvCxnSpPr>
          <p:cNvPr id="101" name="Connector: Elbow 100"/>
          <p:cNvCxnSpPr>
            <a:stCxn id="5" idx="3"/>
            <a:endCxn id="19" idx="2"/>
          </p:cNvCxnSpPr>
          <p:nvPr/>
        </p:nvCxnSpPr>
        <p:spPr>
          <a:xfrm>
            <a:off x="1676400" y="3600450"/>
            <a:ext cx="971550" cy="1400175"/>
          </a:xfrm>
          <a:prstGeom prst="bentConnector3">
            <a:avLst>
              <a:gd name="adj1" fmla="val 50000"/>
            </a:avLst>
          </a:prstGeom>
          <a:ln w="13335">
            <a:solidFill>
              <a:srgbClr val="2563EB"/>
            </a:solidFill>
            <a:prstDash val="solid"/>
            <a:tailEnd type="arrow" w="sm" len="sm"/>
          </a:ln>
        </p:spPr>
      </p:cxnSp>
      <p:cxnSp>
        <p:nvCxnSpPr>
          <p:cNvPr id="102" name="Straight Arrow Connector 101"/>
          <p:cNvCxnSpPr>
            <a:stCxn id="19" idx="6"/>
            <a:endCxn id="20" idx="2"/>
          </p:cNvCxnSpPr>
          <p:nvPr/>
        </p:nvCxnSpPr>
        <p:spPr>
          <a:xfrm flipV="1">
            <a:off x="4648200" y="4819650"/>
            <a:ext cx="1466850" cy="180975"/>
          </a:xfrm>
          <a:prstGeom prst="straightConnector1">
            <a:avLst/>
          </a:prstGeom>
          <a:ln w="13335">
            <a:solidFill>
              <a:srgbClr val="94A3B8"/>
            </a:solidFill>
            <a:prstDash val="solid"/>
            <a:tailEnd type="arrow" w="sm" len="sm"/>
          </a:ln>
        </p:spPr>
      </p:cxnSp>
      <p:cxnSp>
        <p:nvCxnSpPr>
          <p:cNvPr id="103" name="Straight Arrow Connector 102"/>
          <p:cNvCxnSpPr>
            <a:stCxn id="19" idx="6"/>
            <a:endCxn id="21" idx="2"/>
          </p:cNvCxnSpPr>
          <p:nvPr/>
        </p:nvCxnSpPr>
        <p:spPr>
          <a:xfrm>
            <a:off x="4648200" y="5000625"/>
            <a:ext cx="1466850" cy="180975"/>
          </a:xfrm>
          <a:prstGeom prst="straightConnector1">
            <a:avLst/>
          </a:prstGeom>
          <a:ln w="13335">
            <a:solidFill>
              <a:srgbClr val="94A3B8"/>
            </a:solidFill>
            <a:prstDash val="solid"/>
            <a:tailEnd type="arrow" w="sm" len="sm"/>
          </a:ln>
        </p:spPr>
      </p:cxnSp>
      <p:cxnSp>
        <p:nvCxnSpPr>
          <p:cNvPr id="104" name="Connector: Elbow 103"/>
          <p:cNvCxnSpPr>
            <a:stCxn id="6" idx="1"/>
            <a:endCxn id="20" idx="6"/>
          </p:cNvCxnSpPr>
          <p:nvPr/>
        </p:nvCxnSpPr>
        <p:spPr>
          <a:xfrm flipH="1">
            <a:off x="9296400" y="3600450"/>
            <a:ext cx="1181100" cy="1219200"/>
          </a:xfrm>
          <a:prstGeom prst="bentConnector3">
            <a:avLst>
              <a:gd name="adj1" fmla="val 50000"/>
            </a:avLst>
          </a:prstGeom>
          <a:ln w="11430">
            <a:solidFill>
              <a:srgbClr val="E11D48"/>
            </a:solidFill>
            <a:prstDash val="dash"/>
            <a:tailEnd type="arrow" w="sm" len="sm"/>
          </a:ln>
        </p:spPr>
      </p:cxnSp>
      <p:cxnSp>
        <p:nvCxnSpPr>
          <p:cNvPr id="105" name="Connector: Elbow 104"/>
          <p:cNvCxnSpPr>
            <a:stCxn id="6" idx="1"/>
            <a:endCxn id="21" idx="6"/>
          </p:cNvCxnSpPr>
          <p:nvPr/>
        </p:nvCxnSpPr>
        <p:spPr>
          <a:xfrm flipH="1">
            <a:off x="9296400" y="3600450"/>
            <a:ext cx="1181100" cy="1581150"/>
          </a:xfrm>
          <a:prstGeom prst="bentConnector3">
            <a:avLst>
              <a:gd name="adj1" fmla="val 50000"/>
            </a:avLst>
          </a:prstGeom>
          <a:ln w="11430">
            <a:solidFill>
              <a:srgbClr val="E11D48"/>
            </a:solidFill>
            <a:prstDash val="dash"/>
            <a:tailEnd type="arrow" w="sm" len="sm"/>
          </a:ln>
        </p:spPr>
      </p:cxnSp>
      <p:cxnSp>
        <p:nvCxnSpPr>
          <p:cNvPr id="106" name="Connector: Elbow 105"/>
          <p:cNvCxnSpPr>
            <a:stCxn id="5" idx="3"/>
            <a:endCxn id="22" idx="2"/>
          </p:cNvCxnSpPr>
          <p:nvPr/>
        </p:nvCxnSpPr>
        <p:spPr>
          <a:xfrm>
            <a:off x="1676400" y="3600450"/>
            <a:ext cx="971550" cy="2152650"/>
          </a:xfrm>
          <a:prstGeom prst="bentConnector3">
            <a:avLst>
              <a:gd name="adj1" fmla="val 50000"/>
            </a:avLst>
          </a:prstGeom>
          <a:ln w="13335">
            <a:solidFill>
              <a:srgbClr val="2563EB"/>
            </a:solidFill>
            <a:prstDash val="solid"/>
            <a:tailEnd type="arrow" w="sm" len="sm"/>
          </a:ln>
        </p:spPr>
      </p:cxnSp>
      <p:cxnSp>
        <p:nvCxnSpPr>
          <p:cNvPr id="107" name="Straight Arrow Connector 106"/>
          <p:cNvCxnSpPr>
            <a:stCxn id="22" idx="6"/>
            <a:endCxn id="23" idx="2"/>
          </p:cNvCxnSpPr>
          <p:nvPr/>
        </p:nvCxnSpPr>
        <p:spPr>
          <a:xfrm flipV="1">
            <a:off x="4648200" y="5572125"/>
            <a:ext cx="1466850" cy="180975"/>
          </a:xfrm>
          <a:prstGeom prst="straightConnector1">
            <a:avLst/>
          </a:prstGeom>
          <a:ln w="13335">
            <a:solidFill>
              <a:srgbClr val="94A3B8"/>
            </a:solidFill>
            <a:prstDash val="solid"/>
            <a:tailEnd type="arrow" w="sm" len="sm"/>
          </a:ln>
        </p:spPr>
      </p:cxnSp>
      <p:cxnSp>
        <p:nvCxnSpPr>
          <p:cNvPr id="108" name="Straight Arrow Connector 107"/>
          <p:cNvCxnSpPr>
            <a:stCxn id="22" idx="6"/>
            <a:endCxn id="24" idx="2"/>
          </p:cNvCxnSpPr>
          <p:nvPr/>
        </p:nvCxnSpPr>
        <p:spPr>
          <a:xfrm>
            <a:off x="4648200" y="5753100"/>
            <a:ext cx="1466850" cy="180975"/>
          </a:xfrm>
          <a:prstGeom prst="straightConnector1">
            <a:avLst/>
          </a:prstGeom>
          <a:ln w="13335">
            <a:solidFill>
              <a:srgbClr val="94A3B8"/>
            </a:solidFill>
            <a:prstDash val="solid"/>
            <a:tailEnd type="arrow" w="sm" len="sm"/>
          </a:ln>
        </p:spPr>
      </p:cxnSp>
      <p:cxnSp>
        <p:nvCxnSpPr>
          <p:cNvPr id="109" name="Connector: Elbow 108"/>
          <p:cNvCxnSpPr>
            <a:stCxn id="6" idx="1"/>
            <a:endCxn id="23" idx="6"/>
          </p:cNvCxnSpPr>
          <p:nvPr/>
        </p:nvCxnSpPr>
        <p:spPr>
          <a:xfrm flipH="1">
            <a:off x="9296400" y="3600450"/>
            <a:ext cx="1181100" cy="1971675"/>
          </a:xfrm>
          <a:prstGeom prst="bentConnector3">
            <a:avLst>
              <a:gd name="adj1" fmla="val 50000"/>
            </a:avLst>
          </a:prstGeom>
          <a:ln w="11430">
            <a:solidFill>
              <a:srgbClr val="E11D48"/>
            </a:solidFill>
            <a:prstDash val="dash"/>
            <a:tailEnd type="arrow" w="sm" len="sm"/>
          </a:ln>
        </p:spPr>
      </p:cxnSp>
      <p:cxnSp>
        <p:nvCxnSpPr>
          <p:cNvPr id="110" name="Connector: Elbow 109"/>
          <p:cNvCxnSpPr>
            <a:stCxn id="6" idx="1"/>
            <a:endCxn id="24" idx="6"/>
          </p:cNvCxnSpPr>
          <p:nvPr/>
        </p:nvCxnSpPr>
        <p:spPr>
          <a:xfrm flipH="1">
            <a:off x="9296400" y="3600450"/>
            <a:ext cx="1181100" cy="2333625"/>
          </a:xfrm>
          <a:prstGeom prst="bentConnector3">
            <a:avLst>
              <a:gd name="adj1" fmla="val 50000"/>
            </a:avLst>
          </a:prstGeom>
          <a:ln w="11430">
            <a:solidFill>
              <a:srgbClr val="E11D48"/>
            </a:solidFill>
            <a:prstDash val="dash"/>
            <a:tailEnd type="arrow" w="sm" len="sm"/>
          </a:ln>
        </p:spPr>
      </p:cxnSp>
      <p:sp>
        <p:nvSpPr>
          <p:cNvPr id="55" name="connector-legend">
            <a:extLst>
              <a:ext uri="{FF2B5EF4-FFF2-40B4-BE49-F238E27FC236}">
                <a16:creationId xmlns:a16="http://schemas.microsoft.com/office/drawing/2014/main" id="{0E314CFE-CF37-4C52-A4A2-2A8BF554EC6D}"/>
              </a:ext>
            </a:extLst>
          </p:cNvPr>
          <p:cNvSpPr>
            <a:spLocks noGrp="1"/>
          </p:cNvSpPr>
          <p:nvPr/>
        </p:nvSpPr>
        <p:spPr>
          <a:xfrm>
            <a:off x="7429500" y="781050"/>
            <a:ext cx="421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Solid = normal action     Dashed = attacker attempt</a:t>
            </a:r>
          </a:p>
        </p:txBody>
      </p:sp>
      <p:sp>
        <p:nvSpPr>
          <p:cNvPr id="56" name="team-members">
            <a:extLst>
              <a:ext uri="{FF2B5EF4-FFF2-40B4-BE49-F238E27FC236}">
                <a16:creationId xmlns:a16="http://schemas.microsoft.com/office/drawing/2014/main" id="{A08CC3F5-5475-4484-A621-F9E5AA3C5C36}"/>
              </a:ext>
            </a:extLst>
          </p:cNvPr>
          <p:cNvSpPr>
            <a:spLocks noGrp="1"/>
          </p:cNvSpPr>
          <p:nvPr/>
        </p:nvSpPr>
        <p:spPr>
          <a:xfrm>
            <a:off x="532040" y="6457950"/>
            <a:ext cx="1956707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Team members: </a:t>
            </a:r>
            <a:r>
              <a:rPr lang="en-GB" sz="1200" b="1">
                <a:solidFill>
                  <a:srgbClr val="334155"/>
                </a:solidFill>
              </a:rPr>
              <a:t>Sam Dirr</a:t>
            </a:r>
            <a:endParaRPr sz="1200" b="1">
              <a:solidFill>
                <a:srgbClr val="334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2332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DocSecurity>0</DocSecurity>
  <PresentationFormat>Widescreen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Walnut Exporter</cp:lastModifiedBy>
  <cp:revision>6</cp:revision>
  <dcterms:created xsi:type="dcterms:W3CDTF">2026-08-21T01:06:23Z</dcterms:created>
  <dcterms:modified xsi:type="dcterms:W3CDTF">2026-08-21T01:32:40Z</dcterms:modified>
</cp:coreProperties>
</file>